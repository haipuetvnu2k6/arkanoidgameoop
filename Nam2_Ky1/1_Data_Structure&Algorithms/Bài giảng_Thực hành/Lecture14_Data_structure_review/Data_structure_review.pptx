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73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899815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838200" y="1709738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Structures Review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3528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concept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key properties of a good algorithm?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key properties of good data structure?</a:t>
            </a: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list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singly linked list Head containing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numbers,  your task is to write function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sum(head)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calculate the sum of all odd numbers of the list Head.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1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matrix of size n.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(i = 0 ; i &lt; n ;  i++)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for (j = 0 ; j &lt; n ; j++)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if (i == j)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1;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else 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A[i][j] = 0; </a:t>
            </a:r>
            <a:endParaRPr/>
          </a:p>
          <a:p>
            <a:pPr marL="857250" marR="0" lvl="1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2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10; k + +)</a:t>
            </a:r>
            <a:endParaRPr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;</a:t>
            </a:r>
            <a:endParaRPr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3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i = 0; i &lt; n; i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i + 1; j &lt; = n; j + +)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m; k + +) {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x = 2*y;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i * j * k 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4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 = 0; i &lt; n; i ++) 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(j = 0; j &lt; m; j ++) {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x = 0;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		for (k = 0; k &lt; n; k ++)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			x = x + 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		for (k = 0; k &lt; m; k++)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7)			x = x +k;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rgbClr val="2727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 (7,An), (3,Be), (9, Cu), (4, Da), (18, Gi), (14, En), (6, Ba), (25, Go).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draw the hash table with the hash function f(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 11 using both collision handling methods.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Heap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following tasks with a heap tree: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Construct a max heap tree including: 3, 19, 38, 9, 12, 64, 22, 3, 16, 28, 73.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the following numbers into the above max heap tree: 8, 13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the following tasks with a binary search tree: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binary search tree from following numbers: 24, 15, 35, 22, 19, 42, 10, 80, 29 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BSTs after deleting keys 15 and 29 from the above tree.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traversal</a:t>
            </a:r>
            <a:endParaRPr/>
          </a:p>
        </p:txBody>
      </p:sp>
      <p:sp>
        <p:nvSpPr>
          <p:cNvPr id="164" name="Google Shape;164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order of nodes in the preorder traversal.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3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167" name="Google Shape;167;p23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168" name="Google Shape;168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0" name="Google Shape;170;p23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171" name="Google Shape;171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3" name="Google Shape;173;p23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174" name="Google Shape;174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76" name="Google Shape;176;p23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3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8" name="Google Shape;178;p23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179" name="Google Shape;179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1" name="Google Shape;181;p23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182" name="Google Shape;182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84" name="Google Shape;184;p23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85" name="Google Shape;185;p23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186" name="Google Shape;186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88" name="Google Shape;188;p23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189" name="Google Shape;189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1" name="Google Shape;191;p23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92" name="Google Shape;192;p23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193" name="Google Shape;193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5" name="Google Shape;195;p23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3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97" name="Google Shape;197;p23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198" name="Google Shape;198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00" name="Google Shape;200;p23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3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2" name="Google Shape;202;p23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03" name="Google Shape;203;p23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04" name="Google Shape;204;p23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05" name="Google Shape;205;p23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207" name="Google Shape;207;p23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208" name="Google Shape;208;p23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210" name="Google Shape;210;p23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211" name="Google Shape;211;p23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212" name="Google Shape;212;p23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3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14" name="Google Shape;214;p23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5" name="Google Shape;215;p23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Tree traversal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2132856"/>
            <a:ext cx="7766050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Show the order of nodes in post-order traversal.</a:t>
            </a:r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24"/>
          <p:cNvGrpSpPr/>
          <p:nvPr/>
        </p:nvGrpSpPr>
        <p:grpSpPr>
          <a:xfrm>
            <a:off x="2123728" y="2913856"/>
            <a:ext cx="4533900" cy="2715677"/>
            <a:chOff x="720" y="864"/>
            <a:chExt cx="3504" cy="2016"/>
          </a:xfrm>
        </p:grpSpPr>
        <p:grpSp>
          <p:nvGrpSpPr>
            <p:cNvPr id="224" name="Google Shape;224;p24"/>
            <p:cNvGrpSpPr/>
            <p:nvPr/>
          </p:nvGrpSpPr>
          <p:grpSpPr>
            <a:xfrm>
              <a:off x="1008" y="2160"/>
              <a:ext cx="240" cy="288"/>
              <a:chOff x="4176" y="1104"/>
              <a:chExt cx="240" cy="288"/>
            </a:xfrm>
          </p:grpSpPr>
          <p:sp>
            <p:nvSpPr>
              <p:cNvPr id="225" name="Google Shape;225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27" name="Google Shape;227;p24"/>
            <p:cNvGrpSpPr/>
            <p:nvPr/>
          </p:nvGrpSpPr>
          <p:grpSpPr>
            <a:xfrm>
              <a:off x="720" y="2592"/>
              <a:ext cx="240" cy="288"/>
              <a:chOff x="4176" y="1104"/>
              <a:chExt cx="240" cy="288"/>
            </a:xfrm>
          </p:grpSpPr>
          <p:sp>
            <p:nvSpPr>
              <p:cNvPr id="228" name="Google Shape;228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0" name="Google Shape;230;p24"/>
            <p:cNvGrpSpPr/>
            <p:nvPr/>
          </p:nvGrpSpPr>
          <p:grpSpPr>
            <a:xfrm>
              <a:off x="1344" y="2592"/>
              <a:ext cx="240" cy="288"/>
              <a:chOff x="4176" y="1104"/>
              <a:chExt cx="240" cy="288"/>
            </a:xfrm>
          </p:grpSpPr>
          <p:sp>
            <p:nvSpPr>
              <p:cNvPr id="231" name="Google Shape;231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33" name="Google Shape;233;p24"/>
            <p:cNvCxnSpPr/>
            <p:nvPr/>
          </p:nvCxnSpPr>
          <p:spPr>
            <a:xfrm flipH="1">
              <a:off x="912" y="2400"/>
              <a:ext cx="144" cy="24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4" name="Google Shape;234;p24"/>
            <p:cNvCxnSpPr/>
            <p:nvPr/>
          </p:nvCxnSpPr>
          <p:spPr>
            <a:xfrm>
              <a:off x="12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5" name="Google Shape;235;p24"/>
            <p:cNvGrpSpPr/>
            <p:nvPr/>
          </p:nvGrpSpPr>
          <p:grpSpPr>
            <a:xfrm>
              <a:off x="2256" y="2112"/>
              <a:ext cx="240" cy="288"/>
              <a:chOff x="4176" y="1104"/>
              <a:chExt cx="240" cy="288"/>
            </a:xfrm>
          </p:grpSpPr>
          <p:sp>
            <p:nvSpPr>
              <p:cNvPr id="236" name="Google Shape;236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38" name="Google Shape;238;p24"/>
            <p:cNvGrpSpPr/>
            <p:nvPr/>
          </p:nvGrpSpPr>
          <p:grpSpPr>
            <a:xfrm>
              <a:off x="2544" y="2592"/>
              <a:ext cx="240" cy="288"/>
              <a:chOff x="4176" y="1104"/>
              <a:chExt cx="240" cy="288"/>
            </a:xfrm>
          </p:grpSpPr>
          <p:sp>
            <p:nvSpPr>
              <p:cNvPr id="239" name="Google Shape;239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1" name="Google Shape;241;p24"/>
            <p:cNvCxnSpPr/>
            <p:nvPr/>
          </p:nvCxnSpPr>
          <p:spPr>
            <a:xfrm>
              <a:off x="2448" y="2352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2" name="Google Shape;242;p24"/>
            <p:cNvGrpSpPr/>
            <p:nvPr/>
          </p:nvGrpSpPr>
          <p:grpSpPr>
            <a:xfrm>
              <a:off x="3744" y="1536"/>
              <a:ext cx="240" cy="288"/>
              <a:chOff x="4176" y="1104"/>
              <a:chExt cx="240" cy="288"/>
            </a:xfrm>
          </p:grpSpPr>
          <p:sp>
            <p:nvSpPr>
              <p:cNvPr id="243" name="Google Shape;243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5" name="Google Shape;245;p24"/>
            <p:cNvGrpSpPr/>
            <p:nvPr/>
          </p:nvGrpSpPr>
          <p:grpSpPr>
            <a:xfrm>
              <a:off x="3456" y="1968"/>
              <a:ext cx="240" cy="288"/>
              <a:chOff x="4176" y="1104"/>
              <a:chExt cx="240" cy="288"/>
            </a:xfrm>
          </p:grpSpPr>
          <p:sp>
            <p:nvSpPr>
              <p:cNvPr id="246" name="Google Shape;246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8" name="Google Shape;248;p24"/>
            <p:cNvCxnSpPr/>
            <p:nvPr/>
          </p:nvCxnSpPr>
          <p:spPr>
            <a:xfrm flipH="1">
              <a:off x="3648" y="1776"/>
              <a:ext cx="144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9" name="Google Shape;249;p24"/>
            <p:cNvGrpSpPr/>
            <p:nvPr/>
          </p:nvGrpSpPr>
          <p:grpSpPr>
            <a:xfrm>
              <a:off x="1728" y="1536"/>
              <a:ext cx="240" cy="288"/>
              <a:chOff x="4176" y="1104"/>
              <a:chExt cx="240" cy="288"/>
            </a:xfrm>
          </p:grpSpPr>
          <p:sp>
            <p:nvSpPr>
              <p:cNvPr id="250" name="Google Shape;250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2" name="Google Shape;252;p24"/>
            <p:cNvCxnSpPr/>
            <p:nvPr/>
          </p:nvCxnSpPr>
          <p:spPr>
            <a:xfrm flipH="1">
              <a:off x="1200" y="1728"/>
              <a:ext cx="528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24"/>
            <p:cNvCxnSpPr/>
            <p:nvPr/>
          </p:nvCxnSpPr>
          <p:spPr>
            <a:xfrm>
              <a:off x="1968" y="1728"/>
              <a:ext cx="336" cy="48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4" name="Google Shape;254;p24"/>
            <p:cNvGrpSpPr/>
            <p:nvPr/>
          </p:nvGrpSpPr>
          <p:grpSpPr>
            <a:xfrm>
              <a:off x="2784" y="864"/>
              <a:ext cx="240" cy="288"/>
              <a:chOff x="4176" y="1104"/>
              <a:chExt cx="240" cy="288"/>
            </a:xfrm>
          </p:grpSpPr>
          <p:sp>
            <p:nvSpPr>
              <p:cNvPr id="255" name="Google Shape;255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57" name="Google Shape;257;p24"/>
            <p:cNvCxnSpPr/>
            <p:nvPr/>
          </p:nvCxnSpPr>
          <p:spPr>
            <a:xfrm flipH="1">
              <a:off x="1920" y="1056"/>
              <a:ext cx="864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24"/>
            <p:cNvCxnSpPr/>
            <p:nvPr/>
          </p:nvCxnSpPr>
          <p:spPr>
            <a:xfrm>
              <a:off x="2976" y="1104"/>
              <a:ext cx="816" cy="52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9" name="Google Shape;259;p24"/>
            <p:cNvSpPr txBox="1"/>
            <p:nvPr/>
          </p:nvSpPr>
          <p:spPr>
            <a:xfrm>
              <a:off x="2784" y="86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260" name="Google Shape;260;p24"/>
            <p:cNvSpPr txBox="1"/>
            <p:nvPr/>
          </p:nvSpPr>
          <p:spPr>
            <a:xfrm>
              <a:off x="1728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3744" y="153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262" name="Google Shape;262;p24"/>
            <p:cNvSpPr txBox="1"/>
            <p:nvPr/>
          </p:nvSpPr>
          <p:spPr>
            <a:xfrm>
              <a:off x="1008" y="2160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/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2256" y="211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3456" y="1968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endParaRPr/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720" y="2544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/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1344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2592" y="2592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/>
            </a:p>
          </p:txBody>
        </p:sp>
        <p:grpSp>
          <p:nvGrpSpPr>
            <p:cNvPr id="268" name="Google Shape;268;p24"/>
            <p:cNvGrpSpPr/>
            <p:nvPr/>
          </p:nvGrpSpPr>
          <p:grpSpPr>
            <a:xfrm>
              <a:off x="3696" y="2496"/>
              <a:ext cx="240" cy="288"/>
              <a:chOff x="4176" y="1104"/>
              <a:chExt cx="240" cy="288"/>
            </a:xfrm>
          </p:grpSpPr>
          <p:sp>
            <p:nvSpPr>
              <p:cNvPr id="269" name="Google Shape;269;p24"/>
              <p:cNvSpPr/>
              <p:nvPr/>
            </p:nvSpPr>
            <p:spPr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4"/>
              <p:cNvSpPr txBox="1"/>
              <p:nvPr/>
            </p:nvSpPr>
            <p:spPr>
              <a:xfrm>
                <a:off x="4176" y="1104"/>
                <a:ext cx="240" cy="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1" name="Google Shape;271;p24"/>
            <p:cNvCxnSpPr/>
            <p:nvPr/>
          </p:nvCxnSpPr>
          <p:spPr>
            <a:xfrm>
              <a:off x="3600" y="2256"/>
              <a:ext cx="192" cy="288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2" name="Google Shape;272;p24"/>
            <p:cNvSpPr txBox="1"/>
            <p:nvPr/>
          </p:nvSpPr>
          <p:spPr>
            <a:xfrm>
              <a:off x="3744" y="2496"/>
              <a:ext cx="480" cy="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</a:t>
              </a:r>
              <a:endParaRPr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heap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2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balanced heap trees for following lists of numbers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1 4 8 6 20 15 4 9 21 35 67 5 7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12 5 7 9 20 11 56 3 21 19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Balanced binary search tree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2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 balanced binary search trees for following lists of numbers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1 4 8 6 20 15 4 9 21 35 67 5 7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12 5 7 9 20 11 56 3 21 19</a:t>
            </a:r>
            <a:endParaRPr/>
          </a:p>
          <a:p>
            <a:pPr marL="342900" marR="0" lvl="0" indent="-1905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32D4B74D-5B94-4D8B-8862-F85BD5C03E4A}"/>
  <p:tag name="ISPRING_RESOURCE_FOLDER" val="C:\Users\Administrator\Documents\CTDL&amp;GT\Cai tien MH CTDL_GT\CTDL_GT\Slides and exercises\Lecture14_Data_structure_review\Data_structure_review\"/>
  <p:tag name="ISPRING_PRESENTATION_PATH" val="C:\Users\Administrator\Documents\CTDL&amp;GT\Cai tien MH CTDL_GT\CTDL_GT\Slides and exercises\Lecture14_Data_structure_review\Data_structure_review.pptx"/>
  <p:tag name="ISPRING_PROJECT_VERSION" val="9"/>
  <p:tag name="ISPRING_PROJECT_FOLDER_UPDATED" val="1"/>
  <p:tag name="ISPRING_SCREEN_RECS_UPDATED" val="C:\Users\Administrator\Documents\CTDL&amp;GT\Cai tien MH CTDL_GT\CTDL_GT\Slides and exercises\Lecture14_Data_structure_review\Data_structure_review\"/>
  <p:tag name="FLASHSPRING_ZOOM_TAG" val="72"/>
  <p:tag name="ISPRING_PRESENTATION_INFO_2" val="&lt;?xml version=&quot;1.0&quot; encoding=&quot;UTF-8&quot; standalone=&quot;no&quot; ?&gt;&#10;&lt;presentation2&gt;&#10;&#10;  &lt;slides&gt;&#10;    &lt;slide id=&quot;{9E9D05E5-DE24-4C01-BDB8-0E63C39F9D50}&quot; pptId=&quot;256&quot;/&gt;&#10;    &lt;slide id=&quot;{74281883-F4C4-4307-B2C7-1A6FC99A168C}&quot; pptId=&quot;257&quot;/&gt;&#10;    &lt;slide id=&quot;{BA7F0F5C-2AC1-4876-86B1-A27722EB971E}&quot; pptId=&quot;258&quot;/&gt;&#10;    &lt;slide id=&quot;{76D151CF-BD0E-4B34-BB85-D8585CB535C3}&quot; pptId=&quot;259&quot;/&gt;&#10;    &lt;slide id=&quot;{26D6BAE0-CED7-462D-9306-3A6167B89AB9}&quot; pptId=&quot;260&quot;/&gt;&#10;    &lt;slide id=&quot;{248F2B95-9468-4776-8844-5494FBB8A870}&quot; pptId=&quot;261&quot;/&gt;&#10;    &lt;slide id=&quot;{962E7888-5A9E-40D9-AB81-F1AA80A4E019}&quot; pptId=&quot;262&quot;/&gt;&#10;    &lt;slide id=&quot;{2F5FDA31-FA30-4FCB-9472-6483D379FB7D}&quot; pptId=&quot;263&quot;/&gt;&#10;    &lt;slide id=&quot;{6C95311D-3E7D-4A82-ADE4-6B82E50A1526}&quot; pptId=&quot;264&quot;/&gt;&#10;    &lt;slide id=&quot;{CA730D38-4F8B-40EB-B317-B706AC1E457B}&quot; pptId=&quot;265&quot;/&gt;&#10;    &lt;slide id=&quot;{FA45C11D-6268-44F3-ACCB-16AF633B801D}&quot; pptId=&quot;266&quot;/&gt;&#10;    &lt;slide id=&quot;{05DB9881-B392-4B67-936C-AA948CC87E79}&quot; pptId=&quot;267&quot;/&gt;&#10;    &lt;slide id=&quot;{7DADA949-55B8-4E74-92C1-3C8B8B76BEF5}&quot; pptId=&quot;268&quot;/&gt;&#10;    &lt;slide id=&quot;{670E9159-1DE0-421B-8A4B-76EF88445741}&quot; pptId=&quot;269&quot;/&gt;&#10;  &lt;/slides&gt;&#10;&#10;  &lt;narration&gt;&#10;    &lt;audioTracks&gt;&#10;      &lt;audioTrack muted=&quot;false&quot; name=&quot;Lect 14&quot; resource=&quot;75de55ec&quot; slideId=&quot;{9E9D05E5-DE24-4C01-BDB8-0E63C39F9D50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39571FE3-936F-46D3-BD07-C5EBDAA9E0D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14"/>
  <p:tag name="ISPRING_SCORM_RATE_SLIDES" val="0"/>
  <p:tag name="ISPRING_SCORM_RATE_QUIZZES" val="0"/>
  <p:tag name="ISPRING_SCORM_PASSING_SCORE" val="0.000000"/>
  <p:tag name="ISPRING_CURRENT_PLAYER_ID" val="universal"/>
  <p:tag name="ISPRING_PRESENTATION_TITLE" val="Data_structure_revie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E9D05E5-DE24-4C01-BDB8-0E63C39F9D50}"/>
  <p:tag name="GENSWF_ADVANCE_TIME" val="2.78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4281883-F4C4-4307-B2C7-1A6FC99A168C}"/>
  <p:tag name="GENSWF_ADVANCE_TIME" val="39.706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A7F0F5C-2AC1-4876-86B1-A27722EB971E}"/>
  <p:tag name="GENSWF_ADVANCE_TIME" val="16.692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D151CF-BD0E-4B34-BB85-D8585CB535C3}"/>
  <p:tag name="GENSWF_ADVANCE_TIME" val="13.14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6D6BAE0-CED7-462D-9306-3A6167B89AB9}"/>
  <p:tag name="GENSWF_ADVANCE_TIME" val="5.518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48F2B95-9468-4776-8844-5494FBB8A870}"/>
  <p:tag name="GENSWF_ADVANCE_TIME" val="4.48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62E7888-5A9E-40D9-AB81-F1AA80A4E019}"/>
  <p:tag name="GENSWF_ADVANCE_TIME" val="4.482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F5FDA31-FA30-4FCB-9472-6483D379FB7D}"/>
  <p:tag name="GENSWF_ADVANCE_TIME" val="13.436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C95311D-3E7D-4A82-ADE4-6B82E50A1526}"/>
  <p:tag name="GENSWF_ADVANCE_TIME" val="13.584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A730D38-4F8B-40EB-B317-B706AC1E457B}"/>
  <p:tag name="GENSWF_ADVANCE_TIME" val="15.952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A45C11D-6268-44F3-ACCB-16AF633B801D}"/>
  <p:tag name="GENSWF_ADVANCE_TIME" val="6.258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5DB9881-B392-4B67-936C-AA948CC87E79}"/>
  <p:tag name="GENSWF_ADVANCE_TIME" val="5.29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DADA949-55B8-4E74-92C1-3C8B8B76BEF5}"/>
  <p:tag name="GENSWF_ADVANCE_TIME" val="5.444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70E9159-1DE0-421B-8A4B-76EF88445741}"/>
  <p:tag name="GENSWF_ADVANCE_TIME" val="5"/>
  <p:tag name="ISPRING_CUSTOM_TIMING_USED" val="1"/>
</p:tagLst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544</Words>
  <Application>Microsoft Office PowerPoint</Application>
  <PresentationFormat>On-screen Show (4:3)</PresentationFormat>
  <Paragraphs>111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Helvetica Neue</vt:lpstr>
      <vt:lpstr>Noto Sans Symbols</vt:lpstr>
      <vt:lpstr>Times New Roman</vt:lpstr>
      <vt:lpstr>1_Koi</vt:lpstr>
      <vt:lpstr>Data Structures Review</vt:lpstr>
      <vt:lpstr>Basic concept</vt:lpstr>
      <vt:lpstr>Linked list</vt:lpstr>
      <vt:lpstr>Complexity 1</vt:lpstr>
      <vt:lpstr>Complexity 2</vt:lpstr>
      <vt:lpstr>Complexity 3</vt:lpstr>
      <vt:lpstr>Complexity 4</vt:lpstr>
      <vt:lpstr>Hash table</vt:lpstr>
      <vt:lpstr>Heap tree</vt:lpstr>
      <vt:lpstr>Binary search tree</vt:lpstr>
      <vt:lpstr>Tree traversal</vt:lpstr>
      <vt:lpstr>Tree traversal</vt:lpstr>
      <vt:lpstr>Balanced heap tree</vt:lpstr>
      <vt:lpstr>Balanced binary search tree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Data_structure_review</dc:title>
  <cp:lastModifiedBy>DHQG</cp:lastModifiedBy>
  <cp:revision>6</cp:revision>
  <dcterms:modified xsi:type="dcterms:W3CDTF">2019-03-23T09:49:18Z</dcterms:modified>
</cp:coreProperties>
</file>