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84186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and Graph Review</a:t>
            </a:r>
            <a:br>
              <a:rPr lang="en-US"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4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A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numbers. Your task is to write the function MergeSort(A,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sort the numbers increasingly.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function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write a function to output all permutations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All permutations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123, 132, 213, 231, 312, 321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function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write a function to output all binary numbers of length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 number of ‘1’ digits is smaller or equal to the number of ‘0’ digits.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The output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000,001,010,100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sequence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 A(1) ... A(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your task is to write a function to find the longest subsequence (not necessarily contiguous) in which the values in the subsequence form a strictly increasing sequence.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8 3 5 10 15 6 7 12 9 11 17 13 16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Output: 3 5 6 7 9 11 13 16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an undirected computer network with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nodes (numbered from 1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edges, your task is to write a program to calculate the number of connected components that each contains at least three nodes.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jobs (numbered from 1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order requirements. Each order requirement is a pair of two jobs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indicating that job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be done before job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Your task is to write a program to order these jobs to fulfill the order requirements. 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cities (numbered from 1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roads connecting cities. The traffic level between two cities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u, v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D[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u,v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]. You have two tasks: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a program to find a path from a starting point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the end point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the total traffic level on the path is the smallest.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a program to find the smallest traffic paths for all pairs of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a regular expression that matches these numbers: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(123) 456 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(123).456.7899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(123)-456-7899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123-456-7899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123 456 7899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1234567899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write a regular expression for an email.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A2F21CB4-E798-4EA6-B2AA-1AFA33ABF7DF}"/>
  <p:tag name="ISPRING_RESOURCE_FOLDER" val="C:\Users\Administrator\Documents\CTDL&amp;GT\Cai tien MH CTDL_GT\CTDL_GT\Slides and exercises\Lecture 15_Algorithm_graph_review\Algorithm_graph_review\"/>
  <p:tag name="ISPRING_PRESENTATION_PATH" val="C:\Users\Administrator\Documents\CTDL&amp;GT\Cai tien MH CTDL_GT\CTDL_GT\Slides and exercises\Lecture 15_Algorithm_graph_review\Algorithm_graph_review.pptx"/>
  <p:tag name="ISPRING_PROJECT_VERSION" val="9"/>
  <p:tag name="ISPRING_PROJECT_FOLDER_UPDATED" val="1"/>
  <p:tag name="ISPRING_SCREEN_RECS_UPDATED" val="C:\Users\Administrator\Documents\CTDL&amp;GT\Cai tien MH CTDL_GT\CTDL_GT\Slides and exercises\Lecture 15_Algorithm_graph_review\Algorithm_graph_review\"/>
  <p:tag name="FLASHSPRING_ZOOM_TAG" val="77"/>
  <p:tag name="ISPRING_PRESENTATION_INFO_2" val="&lt;?xml version=&quot;1.0&quot; encoding=&quot;UTF-8&quot; standalone=&quot;no&quot; ?&gt;&#10;&lt;presentation2&gt;&#10;&#10;  &lt;slides&gt;&#10;    &lt;slide id=&quot;{C27078CB-928D-4FFE-AD8D-334FBD523A46}&quot; pptId=&quot;256&quot;/&gt;&#10;    &lt;slide id=&quot;{1D6BAC39-764D-41A8-9C67-698F2ACEEB67}&quot; pptId=&quot;257&quot;/&gt;&#10;    &lt;slide id=&quot;{AE8B42B6-6AF2-4266-8CED-5D414B1D6EFA}&quot; pptId=&quot;258&quot;/&gt;&#10;    &lt;slide id=&quot;{CAFD2642-2E98-4D2D-9EAF-2676DF4B9A85}&quot; pptId=&quot;259&quot;/&gt;&#10;    &lt;slide id=&quot;{7179633B-4A08-4668-9DF2-6C5ADFE24F30}&quot; pptId=&quot;260&quot;/&gt;&#10;    &lt;slide id=&quot;{5D649F4E-EE08-49DE-B9E8-79A5AA4CACDA}&quot; pptId=&quot;261&quot;/&gt;&#10;    &lt;slide id=&quot;{32CDF03D-780F-4B41-9426-546E8BC879A7}&quot; pptId=&quot;262&quot;/&gt;&#10;    &lt;slide id=&quot;{E405CFEA-8840-4A9F-B4C9-64B8A553229B}&quot; pptId=&quot;263&quot;/&gt;&#10;    &lt;slide id=&quot;{EF7A9555-24E7-438F-8247-D96028E46F86}&quot; pptId=&quot;264&quot;/&gt;&#10;    &lt;slide id=&quot;{8CB583E8-37B8-4EBC-B60F-87526731FF65}&quot; pptId=&quot;265&quot;/&gt;&#10;  &lt;/slides&gt;&#10;&#10;  &lt;narration&gt;&#10;    &lt;audioTracks&gt;&#10;      &lt;audioTrack muted=&quot;false&quot; name=&quot;Lect 15&quot; resource=&quot;eca1c2c5&quot; slideId=&quot;{C27078CB-928D-4FFE-AD8D-334FBD523A46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9C599B9E-16B2-42AA-BB37-F7FA71B7B473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15"/>
  <p:tag name="ISPRING_SCORM_RATE_SLIDES" val="0"/>
  <p:tag name="ISPRING_SCORM_RATE_QUIZZES" val="0"/>
  <p:tag name="ISPRING_SCORM_PASSING_SCORE" val="0.000000"/>
  <p:tag name="ISPRING_CURRENT_PLAYER_ID" val="universal"/>
  <p:tag name="ISPRING_PRESENTATION_TITLE" val="Algorithm_graph_revie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27078CB-928D-4FFE-AD8D-334FBD523A46}"/>
  <p:tag name="GENSWF_ADVANCE_TIME" val="2.756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D6BAC39-764D-41A8-9C67-698F2ACEEB67}"/>
  <p:tag name="GENSWF_ADVANCE_TIME" val="8.31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E8B42B6-6AF2-4266-8CED-5D414B1D6EFA}"/>
  <p:tag name="GENSWF_ADVANCE_TIME" val="8.31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AFD2642-2E98-4D2D-9EAF-2676DF4B9A85}"/>
  <p:tag name="GENSWF_ADVANCE_TIME" val="9.437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179633B-4A08-4668-9DF2-6C5ADFE24F30}"/>
  <p:tag name="GENSWF_ADVANCE_TIME" val="13.262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D649F4E-EE08-49DE-B9E8-79A5AA4CACDA}"/>
  <p:tag name="GENSWF_ADVANCE_TIME" val="13.925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2CDF03D-780F-4B41-9426-546E8BC879A7}"/>
  <p:tag name="GENSWF_ADVANCE_TIME" val="14.843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405CFEA-8840-4A9F-B4C9-64B8A553229B}"/>
  <p:tag name="GENSWF_ADVANCE_TIME" val="20.861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F7A9555-24E7-438F-8247-D96028E46F86}"/>
  <p:tag name="GENSWF_ADVANCE_TIME" val="5.867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CB583E8-37B8-4EBC-B60F-87526731FF65}"/>
  <p:tag name="GENSWF_ADVANCE_TIME" val="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412</Words>
  <Application>Microsoft Office PowerPoint</Application>
  <PresentationFormat>On-screen Show (4:3)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Helvetica Neue</vt:lpstr>
      <vt:lpstr>Noto Sans Symbols</vt:lpstr>
      <vt:lpstr>1_Koi</vt:lpstr>
      <vt:lpstr>Algorithm and Graph Review </vt:lpstr>
      <vt:lpstr>Sort</vt:lpstr>
      <vt:lpstr>Recursive function</vt:lpstr>
      <vt:lpstr>Recursive function</vt:lpstr>
      <vt:lpstr>Dynamic programming</vt:lpstr>
      <vt:lpstr>Graph</vt:lpstr>
      <vt:lpstr>Topological sorting</vt:lpstr>
      <vt:lpstr>Shortest Path</vt:lpstr>
      <vt:lpstr>Regular Expression</vt:lpstr>
      <vt:lpstr>Regular Expression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Algorithm_graph_review</dc:title>
  <cp:lastModifiedBy>DHQG</cp:lastModifiedBy>
  <cp:revision>245</cp:revision>
  <dcterms:modified xsi:type="dcterms:W3CDTF">2019-03-25T02:55:22Z</dcterms:modified>
</cp:coreProperties>
</file>